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133"/>
  </p:notesMasterIdLst>
  <p:sldIdLst/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0E8EF"/>
    <a:srgbClr val="F6B4ED"/>
    <a:srgbClr val="46B1E1"/>
    <a:srgbClr val="B0DEF2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76364" autoAdjust="0"/>
  </p:normalViewPr>
  <p:slideViewPr>
    <p:cSldViewPr snapToGrid="0">
      <p:cViewPr varScale="1">
        <p:scale>
          <a:sx n="84" d="100"/>
          <a:sy n="84" d="100"/>
        </p:scale>
        <p:origin x="1608" y="9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3" Type="http://schemas.openxmlformats.org/officeDocument/2006/relationships/notesMaster" Target="notesMasters/notesMaster1.xml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83642-C057-49B2-A099-BE34D743FC7E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D22F5-72A5-4424-9F93-B861F8B16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51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6F4B-AF9A-431C-97E9-1FEEA22F01CE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01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C112E-B58A-4CD8-B530-5EF7981114B6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7193FDF-000F-AD88-15AF-E153295863DA}"/>
              </a:ext>
            </a:extLst>
          </p:cNvPr>
          <p:cNvCxnSpPr>
            <a:cxnSpLocks/>
          </p:cNvCxnSpPr>
          <p:nvPr userDrawn="1"/>
        </p:nvCxnSpPr>
        <p:spPr>
          <a:xfrm>
            <a:off x="-86624" y="709794"/>
            <a:ext cx="12365248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2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ADB3-CCF1-4DE0-9CC9-656949666983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85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76C6-89A8-47E4-B473-1BB95275D4F1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38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37FA-CA76-4C4B-A547-3451DD651A0C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52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C544-9134-4D3E-8EB6-E9631C107CFF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44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A88C-7AB7-4193-B25F-101E233C720A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20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59F6-D00D-4C48-9FCE-A7C30BEEB350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443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22F8-1B69-4597-A5FC-B8EA9098099C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127277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9EFF8-7C45-4A32-82B2-B861A8ABBDC5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857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4E14-A051-4907-A740-63F6A6589D6C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890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248216" y="31009"/>
            <a:ext cx="7695571" cy="492940"/>
          </a:xfrm>
        </p:spPr>
        <p:txBody>
          <a:bodyPr>
            <a:normAutofit/>
          </a:bodyPr>
          <a:lstStyle>
            <a:lvl1pPr algn="ctr">
              <a:defRPr sz="27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スライド番号プレースホルダー 2">
            <a:extLst>
              <a:ext uri="{FF2B5EF4-FFF2-40B4-BE49-F238E27FC236}">
                <a16:creationId xmlns:a16="http://schemas.microsoft.com/office/drawing/2014/main" id="{E5278F79-4ADB-4B96-971B-FA00ED5DB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8"/>
            <a:ext cx="27432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9032BD57-7D18-46E5-957C-B613A32796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2204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F22F8-1B69-4597-A5FC-B8EA9098099C}" type="datetime1">
              <a:rPr kumimoji="1" lang="ja-JP" altLang="en-US" smtClean="0"/>
              <a:t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3A8EC-54F2-4577-A4FB-4D111349C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91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2026-01-01T00:00:00Z</cp:lastPrinted>
  <dcterms:created xsi:type="dcterms:W3CDTF">2026-01-01T00:00:00Z</dcterms:created>
  <dcterms:modified xsi:type="dcterms:W3CDTF">2026-01-01T00:00:00Z</dcterms:modified>
  <dc:subject/>
  <cp:keywords/>
  <dc:description/>
  <cp:category/>
</cp:coreProperties>
</file>